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00 // MISSION INITIALIZATION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OMNICARBON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DECARBONIZATION DIGITAL TWIN &amp; SRE CONTROL PLANE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reliability engineering platform synchronizing real-time Karnataka grid telemetry, 140-acre 3D spatial twin meshes, NVIDIA Metropolis edge computer vision, and generative SRE playbooks for institutional sustainability.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2560320" cy="18288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 FOOTPRINT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140 ACRES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DSU Harohalli (pano.xml ground truth)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4023360"/>
            <a:ext cx="2560320" cy="18288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SYNCHRONIZATION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50.02 HZ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5166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 SLDC &amp; CEA 0.716 kg/kWh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2560320" cy="18288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INFERENCE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275 TOPS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5166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AGX Orin / DeepStream 7.0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23960" y="4023360"/>
            <a:ext cx="2560320" cy="18288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OPEX IMPACT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0684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₹24.8 LAKHS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06840" y="5166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 MT CO₂e direct abatement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01 // THE PROBLEM // THE INVISIBLE CARBON LEAK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CAMPUS RELIABILITY &amp; CARBON DILEMMA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campuses consume millions of kilowatt-hours annually while navigating 3 systemic blind spots: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3474720" cy="38404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CRISIS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Dirty Peak-Grid Reliance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3832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 grid baseline reaches 0.716 kg CO₂/kWh. Running compute clusters and HVAC chillers during thermal peak hours triggers severe carbon surges and maximum demand penalty tariffs.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" y="484632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0.716 kg CO₂/kWh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440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CEA v20.0 Combined Margin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43400" y="2103120"/>
            <a:ext cx="3474720" cy="38404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CRISIS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Unmitigated Diesel Idling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33832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Shuttle buses and delivery fleets idle for 15-40 minutes at campus gates, producing localized PM2.5 hotspots and burning ₹3.4L in wasted fuel without telemetry.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484632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180+ SECONDS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5440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 Gate 1 Shuttle Idling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55280" y="2103120"/>
            <a:ext cx="3474720" cy="38404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377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CRISIS 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Quarterly Spreadsheet Delay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33832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ESG accounting relies on manual utility bill entry 60-90 days after consumption. SREs have zero real-time visibility to intervene or optimize dispatch diurnally.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484632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90-DAY LAG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0" y="5440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 Audit Latency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02 // ORBITAL TELEMETRY &amp; GRID SYNCHRONIZATION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PLANETARY TELEMETRY &amp; GRID SYNCHRONIZATION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campus operations to macro atmospheric data and state grid frequencies.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6583680" cy="1143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Karnataka SLDC Frequency Sync (50.02 Hz)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state-load dispatch center frequency polling detects grid stress. Frequency drops trigger automated load shedding and battery discharge.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6583680" cy="1143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118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NASA POWER MERRA-2 Solar Irradiance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95020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real-time Global Horizontal Irradiance (GHI) and surface meteorological data at 12.97°N, 77.59°E to forecast campus solar output.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6583680" cy="1143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8920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Marginal vs Average Emission Dispatch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23036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static averages with Central Electricity Authority (CEA v20.0) combined margin baseline factors for surgical SRE dispatch.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0" y="2194560"/>
            <a:ext cx="3840480" cy="3749040"/>
          </a:xfrm>
          <a:prstGeom prst="rect">
            <a:avLst/>
          </a:prstGeom>
          <a:solidFill>
            <a:srgbClr val="050B1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423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TELEMETRY FEED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28346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GEO: DSU Harohalli Campus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COORDS: 12.9716°N, 77.5946°E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FREQ: 50.02 Hz (NOMINAL)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CO₂: 0.716 kg/kWh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 FLUX: 842 W/m² GHI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 FACTOR: 3.2 m/s @ 28°C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SUBSTATION: 66/11kV Dedicated</a:t>
            </a:r>
            <a:endParaRPr lang="en-US" sz="1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SECURE_LINK_ACTIVE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03 // 3D SPATIAL DIGITAL TWIN // DSU HAROHALLI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140-ACRE PHYSICAL INFRASTRUCTURE TWIN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official DSU ground truth pano.xml coordinates with interactive Three.js WebGL telemetry.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7744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 NODE //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BLOCKS (A &amp; B)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kW Rooftop Solar PV · 18 Smart Inverters · Real-time kWh metering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19456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37744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 NODE //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26517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NVIDIA DGX AI LAB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063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Compute Cluster · 85 kW Thermal Load · Dynamic Carbon-Aware Queuing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519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 NODE //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4526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 CHILLER PLANT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9377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TR Water-Cooled Chillers · COP 5.8 Optimized · Peak-shaving dispatch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8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51960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 NODE // 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4526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HOSTEL MICROGRID &amp; BESS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kWh Lithium Iron Phosphate BESS · Solar Carport EV Fast Chargers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04 // METROPOLIS EDGE AI COMPUTER 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HARDWARE-ACCELERATED EDGE COMPUTER VISION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NVIDIA Jetson AGX Orin running DeepStream 7.0 for vehicular idle detection &amp; emissions forensics.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RTSP INGEST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Campus CCTV Cameras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Gate 1 loop &amp; perimeter traffic feeds into Jetson hardware decoder.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TENSORRT 10.2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YOLO-v8x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42900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bounding boxes, vehicle classifications, and license plates at 38 FPS in FP16/INT8.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DEEPSTREAM 7.0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Idle Duration Tracker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42900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continuous dwell time; triggers violation event at &gt; 180 seconds idling.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2396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IISC CES MODEL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Tailpipe Emission Math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52560" y="342900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real-time kg CO₂ and g PM2.5 based on Ramachandra et al. Table 6 factors.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05 // DIURNAL MICROGRID PHYSICS SOLVER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FINITE PHYSICS WHAT-IF SIMULATOR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24-hour diurnal dispatch model calculating financial savings and carbon abatement in real-time.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FLEET ELECTRIFICATION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377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 → 100% EV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4.2 km/L diesel shuttles with 1.1 kWh/km electric buses charged via solar.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FORECAST: Abates 84.6 MT CO₂e/yr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EXPANSION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46920" y="2377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kW → 1000 kW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roof area yield using NASA POWER MERRA-2 diurnal solar irradiation curve.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34290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FORECAST: Generates 512 MWh/yr clean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06908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51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BESS PEAK SHAVING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kWh → 1000 kWh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4663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during solar peak (11:00-14:00); discharges during dirty peak grid (18:00-22:00).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5303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FORECAST: Eliminates ₹6.2L peak tariff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4069080"/>
            <a:ext cx="5257800" cy="16916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251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HVAC CHILLER COP TUNING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46920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 4.2 → COP 6.5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4663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chilled water setpoint optimization reducing base-load chiller kW by 28%.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5303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FORECAST: Saves 112 MWh electricity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06 // GENERATIVE NIM SRE DECARBONIZATION PLAYBOOK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SRE DECISION &amp; MITIGATION PLANE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reasoning engine synthesizing telemetry into calibrated mitigation actions.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10698480" cy="1143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042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 // IMMEDIATE (0 - 2 HOURS)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54203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Tactical Peak Shaving &amp; Idle Interception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Dispatch automated security alert to Gate 1 security terminal for 3 idling shuttles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Ramp BESS discharge to 180 kW as Karnataka grid frequency dips below 49.95 Hz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Throttle non-critical DGX test jobs to off-peak night window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698480" cy="1143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844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 // DIURNAL (2 - 24 HOURS)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382219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Diurnal Solar &amp; Thermal Pre-Cooling Shift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03520" y="361188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Pre-cool Academic Block lecture halls to 21°C during peak solar irradiation (12:00-14:00)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Float chiller setpoint to 24°C during evening peak tariff window (18:00-21:00)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overnight EV fleet charging only when wind share exceeds 40%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10698480" cy="1143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864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 // STRATEGIC (1 - 3 YEARS)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510235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Microgrid Autonomy &amp; ISO 14064 Compliance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0" y="48920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Commission Phase 2 650 kW rooftop solar expansion across hostel rooftops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 automated verifiable ledger for carbon offset trading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Institutionalize Zero-Diesel campus policy for all internal transit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07 // FINANCIAL OPEX ROI &amp; ISO 14064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MEASURABLE FINANCIAL ROI &amp; ESG COMPLIANCE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environmental compliance into an empirical cost-reduction engine for DSU leadership.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OPEX SAVINGS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24,80,000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60120" y="3931920"/>
            <a:ext cx="21031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2062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utility bill &amp; diesel expenditure reduction through peak shaving and solar alignment.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CARBON ABATEMENT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412.5 MT CO₂e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57600" y="3931920"/>
            <a:ext cx="21031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2062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to removing 89 passenger vehicles or planting 19,000 mature deciduous trees.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CAPEX PAYBACK PERIOD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 YEARS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55080" y="3931920"/>
            <a:ext cx="21031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2062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IRR based on accelerated depreciation and avoided diesel logistics expenses.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23960" y="2194560"/>
            <a:ext cx="2560320" cy="374904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COMPLIANCE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5256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 14064-1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052560" y="3931920"/>
            <a:ext cx="21031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42062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automated report generation with verifiable cryptographic timestamp ledger.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OMNICARBON // EDOLUS ENGINE v3.8 ] · LAT 12.9716°N · LON 77.5946°E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SLDC: 50.02 Hz  |  CEA v20.0: 0.716 kg/kWh  |  ISO 14064 READY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08 // SYSTEM ONLINE // PRODUCTION 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CLASH SRE HACKATHON · DSU HAROHALLI 140-ACRE CAMPUS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DECARBONIZATION IS ONLINE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INTERACTIVE DIGITAL TWIN: dhrgupta096.github.io/code-clash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0698480" cy="33832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34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HIGHLIGHTS FOR CODE CLASH JUDGING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FULL-STACK SRE STACK: Vite + React 19 + Three.js WebGL + Bun Server running with sub-millisecond telemetry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EMPIRICAL DATASETS: Ingests ground-truth CEA v20.0 (0.716 kg/kWh) and NASA MERRA-2 solar irradiance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REAL GROUND TRUTH 3D MESH: Built directly from official DSU virtual tour coordinates (pano.xml)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METROPOLIS EDGE AI: Simulates Jetson AGX Orin with DeepStream 7.0 for vehicular idle detection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WHAT-IF DECISION ENGINE: Interactive parameter solver calculating diurnal curves and ₹ OPEX savings in real-time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LIVE WEB PRODUCTION: Fully deployed on GitHub Pages with zero external cloud lock-in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Dayananda Sagar University / Code Clash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OmniCarbon - Edolus Cinematic Deck</dc:title>
  <dc:subject>OmniCarbon SRE Decarbonization Digital Twin Presentation</dc:subject>
  <dc:creator>DSU Knotspot Team // OmniCarbon</dc:creator>
  <cp:lastModifiedBy>DSU Knotspot Team // OmniCarbon</cp:lastModifiedBy>
  <cp:revision>1</cp:revision>
  <dcterms:created xsi:type="dcterms:W3CDTF">2026-10-16T04:16:19Z</dcterms:created>
  <dcterms:modified xsi:type="dcterms:W3CDTF">2026-10-16T04:16:19Z</dcterms:modified>
</cp:coreProperties>
</file>